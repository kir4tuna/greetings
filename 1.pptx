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1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81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1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288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04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15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91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39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95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0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0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F695D-082A-42EF-9835-1D329353C289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D9D7433-5CF2-4A7D-87BD-17DD0FFDCEFF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6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F63DA-2009-416B-AD0C-CC5425390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Начало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AF119E-5299-40D6-8482-89BC0380E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605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A8BF6F-7AD1-408C-8560-3FA711A4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EDFA07-C6EC-4C7A-83E5-61341D7FF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40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62139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</Words>
  <Application>Microsoft Office PowerPoint</Application>
  <PresentationFormat>Широкоэкранный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Галерея</vt:lpstr>
      <vt:lpstr>Начало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Начало</dc:title>
  <dc:creator>User</dc:creator>
  <cp:lastModifiedBy>User</cp:lastModifiedBy>
  <cp:revision>1</cp:revision>
  <dcterms:created xsi:type="dcterms:W3CDTF">2025-10-07T15:29:04Z</dcterms:created>
  <dcterms:modified xsi:type="dcterms:W3CDTF">2025-10-07T15:29:51Z</dcterms:modified>
</cp:coreProperties>
</file>